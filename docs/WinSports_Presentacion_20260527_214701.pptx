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2000" y="0"/>
            <a:ext cx="54000" cy="6858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827999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Calibri"/>
              </a:rPr>
              <a:t>INGENIERÍA DE DATOS  · 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000" y="1260000"/>
            <a:ext cx="36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E30613"/>
                </a:solidFill>
                <a:latin typeface="Calibri"/>
              </a:rPr>
              <a:t>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1260000"/>
            <a:ext cx="72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  <a:latin typeface="Calibri"/>
              </a:rPr>
              <a:t>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3420000"/>
            <a:ext cx="100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E30613"/>
                </a:solidFill>
                <a:latin typeface="Calibri"/>
              </a:rPr>
              <a:t>Analítica de streaming deportivo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39600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E9E9E"/>
                </a:solidFill>
                <a:latin typeface="Calibri"/>
              </a:rPr>
              <a:t>De un log plano de 300.000 eventos a un dashboard de métricas vivo, sobre MongoDB Atlas, FastAPI y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0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MongoDB Atlas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6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Motor async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2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Pydantic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4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React 19 + 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6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Leaflet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000" y="4896000"/>
            <a:ext cx="1224000" cy="3420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uv · Python 3.14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0000" y="5958000"/>
            <a:ext cx="10080000" cy="216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6138000"/>
            <a:ext cx="100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E9E9E"/>
                </a:solidFill>
                <a:latin typeface="Calibri"/>
              </a:rPr>
              <a:t>26 diapositivas  ·  WinSports v0.1.0  ·  Identidad institucional Win Sports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21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76119" y="0"/>
            <a:ext cx="21600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360000"/>
            <a:ext cx="1111211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30613"/>
                </a:solidFill>
                <a:latin typeface="Calibri"/>
              </a:rPr>
              <a:t>AVISO  ·  LECTURA OBLIGATORIA ANTES DE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720000"/>
            <a:ext cx="1111211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LEGAL DISCLAIMER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1980000"/>
            <a:ext cx="10392119" cy="1620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0000" y="2160000"/>
            <a:ext cx="9672119" cy="7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En esta presentación se mostrará información sensible protegida bajo secreto industrial.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880000"/>
            <a:ext cx="9672119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E30613"/>
                </a:solidFill>
                <a:latin typeface="Calibri"/>
              </a:rPr>
              <a:t>Se delega a discreción por parte de los asistentes el resguardo y manejo responsable del contenido aquí expuesto.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3780000"/>
            <a:ext cx="324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42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3780000"/>
            <a:ext cx="3240000" cy="21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81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Confidencialidad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000" y="4176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No grabar, no fotografiar, no transmitir pantallas.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000" y="4518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No redistribuir el material fuera del recinto.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" y="4860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El uso es exclusivo para esta sesión.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6000" y="3780000"/>
            <a:ext cx="324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42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56000" y="3780000"/>
            <a:ext cx="3240000" cy="216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6000" y="381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Naturaleza académica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0" y="4176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Proyecto con fines educativos del curso.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4518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No constituye producto ni servicio en producción.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0" y="4860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Métricas para ilustrar; no para decidir negocio.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2000" y="3780000"/>
            <a:ext cx="324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42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2000" y="3780000"/>
            <a:ext cx="3240000" cy="2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2000" y="381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Marcas y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6000" y="4176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Win Sports y los nombres de eventos/ligas son 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6000" y="4518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  sus respectivos titulares; sin afiliación.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6000" y="4860000"/>
            <a:ext cx="29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Identificadores anonimizados (prefijos), geo aproximada.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Veintiún paradas por el sistema completo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54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54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3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64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El problema y el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0" y="154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0000" y="154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0" y="163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000" y="164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Stack técnico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154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0000" y="154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000" y="163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4000" y="164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Arquitectura de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10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210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219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000" y="220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Modelo NoSQL  -  3 colecciones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0" y="210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0" y="210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0" y="219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4000" y="220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Colección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210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0000" y="210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0000" y="219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4000" y="220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Colección 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2664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2664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2754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4000" y="2761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Colección content_stats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0" y="2664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0" y="2664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0000" y="2754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4000" y="2761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Validadores $jsonSchema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0000" y="2664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00000" y="2664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000" y="2754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4000" y="2761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Índices (16 en total)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3222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0000" y="3222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000" y="3312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4000" y="3319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Ingesta CSV → events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0" y="3222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20000" y="3222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0000" y="3312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4000" y="3319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Pipeline: reconstrucción de sesiones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0000" y="3222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00000" y="3222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80000" y="3312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4000" y="3319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Pipeline: content_stats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3780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0000" y="3780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0000" y="3870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4000" y="3877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Alertas en vivo (rojo · amarillo · azul)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0000" y="3780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20000" y="3780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00000" y="3870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04000" y="3877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Operadores de agregación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00000" y="3780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00000" y="3780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0000" y="3870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84000" y="3877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Change Streams  -  triggers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0000" y="433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0000" y="433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0000" y="442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4000" y="443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API REST  -  18 endpoints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0000" y="433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20000" y="433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00000" y="442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4000" y="443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Dashboard · Overview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00000" y="4338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00000" y="4338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80000" y="4428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84000" y="4435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Dashboard · QoE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0000" y="489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0000" y="489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0000" y="498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4000" y="499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Dashboard · Usuarios y Alertas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20000" y="489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20000" y="489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00000" y="498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04000" y="499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Dashboard · Admin (CSV + edición)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00000" y="4896000"/>
            <a:ext cx="3600000" cy="45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00000" y="4896000"/>
            <a:ext cx="54000" cy="45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80000" y="49860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onsolas"/>
              </a:rPr>
              <a:t>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84000" y="4993200"/>
            <a:ext cx="2808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Tests, calidad y números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El problema y 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 log plano de eventos de reproducción no responde por sí solo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40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34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El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14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CSV con 22 columnas por fila (Date, CountryCode, SubscriberID…)
  ·  Eventos crudos: START, PAUSE, RESUME, RE-BUFFERING, COMPLETE…
  ·  Cobertura geográfica: 13 países (CO mayoritario)
  ·  Tres tipos de dispositivo permitidos: ANDR, IOS, WEB
  ·  Quirk conocido: Position y Duration en unidades mixtas
  ·  Tamaño actual cargado: ~300.000 eventos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34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Preguntas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¿Qué contenido se ve más y qué se termina más?
  ·  ¿Cuál es la calidad de experiencia (buffer, rebuffering)?
  ·  ¿Quiénes son los Heavy / Mid / Vague users?
  ·  ¿Dónde y a qué horas se concentra la actividad?
  ·  ¿Qué contenidos están degradando el servicio ahora mismo?
  ·  ¿Cuáles dispositivos pesan más en el catálogo?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068000"/>
            <a:ext cx="11160000" cy="16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4068000"/>
            <a:ext cx="64800" cy="1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00" y="4176000"/>
            <a:ext cx="109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Reto 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" y="4554000"/>
            <a:ext cx="10908001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Convertir un log inmutable en sesiones de reproducción
  ·  Derivar métricas por contenido sin duplicar datos
  ·  Mantener todo sincronizado al ingerir CSVs nuevos
  ·  Exponerlo en una API limpia consumida por el dashboard
  ·  Mantener la API responsiva incluso con cientos de miles de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5832000"/>
            <a:ext cx="11112119" cy="503999"/>
          </a:xfrm>
          <a:prstGeom prst="rect">
            <a:avLst/>
          </a:prstGeom>
          <a:solidFill>
            <a:srgbClr val="161616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5868000"/>
            <a:ext cx="11112119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1">
                <a:solidFill>
                  <a:srgbClr val="E30613"/>
                </a:solidFill>
                <a:latin typeface="Calibri"/>
              </a:rPr>
              <a:t>"Que MongoDB haga el trabajo pesado: agregar dentro de la base, no fuera."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Stack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Tres capas modulares: la API jamás toca Mongo directo; el front solo consume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48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3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6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FastAPI +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35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API REST async, OpenAPI/Swagger autogenerado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68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Motor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88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Driver async oficial de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20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40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Schemas tipados de request/response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726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pydantic-settings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92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Configuración tipada desde .env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248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PyMongo bulk_write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44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Upserts idempotentes (UpdateOne)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77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pandas + math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96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Parseo y casteo de filas del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29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pytest + mongomock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49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81 tests del contrato y los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81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3.14 + uv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601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Entorno reproducible, lock 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6000" y="1620000"/>
            <a:ext cx="3600000" cy="48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6000" y="1620000"/>
            <a:ext cx="3600000" cy="36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6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6000" y="216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MongoDB Atlas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6000" y="235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Replica set: habilita Change Streams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6000" y="268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$jsonSchema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288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validationLevel="moderate", action="warn"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000" y="320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Aggregation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6000" y="340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$group, $switch, $hour, $dayOfWeek, $cond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6000" y="3726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Change Streams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6000" y="392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Sincroniza derivadas en tiempo real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6000" y="4248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Índices compuestos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6000" y="444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Reconstrucción y rankings rápidos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6000" y="477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Índice único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6000" y="496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Clave anti-duplicados en sessions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6000" y="529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collMod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6000" y="549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Re-aplica validators de forma idempotente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6000" y="581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 colecciones · 16 índices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6000" y="601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Modelo afinado al uso real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2000" y="1620000"/>
            <a:ext cx="3600000" cy="48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72000" y="1620000"/>
            <a:ext cx="3600000" cy="360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72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2000" y="216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19 + Vite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2000" y="235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SPA con proxy /api → :8000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2000" y="268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Recharts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2000" y="288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Barras, líneas, funnel y heatmap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2000" y="320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Leaflet + react-leaflet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52000" y="340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Mapa de burbujas de usuarios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2000" y="3726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Vitest + Testing Library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2000" y="392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23 tests de componentes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2000" y="4248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CSS theme custom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2000" y="444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Tema oscuro unificado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2000" y="4770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Fetch API nativa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2000" y="496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Consumo de la REST sin SDK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2000" y="5292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eslint + react-refresh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2000" y="549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Hot reload + linting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2000" y="5814000"/>
            <a:ext cx="324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Node 18+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2000" y="601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Toolchain moderno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Arquitectura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Flujo unidireccional: el CSV es la fuente, todo lo demás se deriva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800000"/>
            <a:ext cx="2520000" cy="1224000"/>
          </a:xfrm>
          <a:prstGeom prst="rect">
            <a:avLst/>
          </a:prstGeom>
          <a:solidFill>
            <a:srgbClr val="161616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908000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67E22"/>
                </a:solidFill>
                <a:latin typeface="Consolas"/>
              </a:rPr>
              <a:t>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268000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AFAFA"/>
                </a:solidFill>
                <a:latin typeface="Calibri"/>
              </a:rPr>
              <a:t>data/*.csv
Eventos crudos
de reproducción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1800000"/>
            <a:ext cx="2520000" cy="1224000"/>
          </a:xfrm>
          <a:prstGeom prst="rect">
            <a:avLst/>
          </a:prstGeom>
          <a:solidFill>
            <a:srgbClr val="161616"/>
          </a:solidFill>
          <a:ln w="9525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0" y="1908000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30613"/>
                </a:solidFill>
                <a:latin typeface="Consolas"/>
              </a:rPr>
              <a:t>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000" y="2268000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AFAFA"/>
                </a:solidFill>
                <a:latin typeface="Calibri"/>
              </a:rPr>
              <a:t>Fuente de verdad
1 doc por evento
~300k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0" y="1800000"/>
            <a:ext cx="2520000" cy="1224000"/>
          </a:xfrm>
          <a:prstGeom prst="rect">
            <a:avLst/>
          </a:prstGeom>
          <a:solidFill>
            <a:srgbClr val="161616"/>
          </a:solidFill>
          <a:ln w="9525">
            <a:solidFill>
              <a:srgbClr val="A00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0000" y="1908000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A00410"/>
                </a:solidFill>
                <a:latin typeface="Consolas"/>
              </a:rPr>
              <a:t>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8000" y="2268000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AFAFA"/>
                </a:solidFill>
                <a:latin typeface="Calibri"/>
              </a:rPr>
              <a:t>Derivada
Agrupa por usuario,
parte por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1800000"/>
            <a:ext cx="2520000" cy="1224000"/>
          </a:xfrm>
          <a:prstGeom prst="rect">
            <a:avLst/>
          </a:prstGeom>
          <a:solidFill>
            <a:srgbClr val="16161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000" y="1908000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solas"/>
              </a:rPr>
              <a:t>content_stats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000" y="2268000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AFAFA"/>
                </a:solidFill>
                <a:latin typeface="Calibri"/>
              </a:rPr>
              <a:t>Derivada
Métricas agregadas
por contenido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0000" y="2412000"/>
            <a:ext cx="540000" cy="0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60000" y="17640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9E9E9E"/>
                </a:solidFill>
                <a:latin typeface="Calibri"/>
              </a:rPr>
              <a:t>load_csv.py / upload-csv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0000" y="2412000"/>
            <a:ext cx="540000" cy="0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0000" y="17640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9E9E9E"/>
                </a:solidFill>
                <a:latin typeface="Calibri"/>
              </a:rPr>
              <a:t>change stream insert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80000" y="2412000"/>
            <a:ext cx="0" cy="0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80000" y="1764000"/>
            <a:ext cx="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9E9E9E"/>
                </a:solidFill>
                <a:latin typeface="Calibri"/>
              </a:rPr>
              <a:t>change stream insert+update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420000"/>
            <a:ext cx="11112119" cy="1152000"/>
          </a:xfrm>
          <a:prstGeom prst="rect">
            <a:avLst/>
          </a:prstGeom>
          <a:solidFill>
            <a:srgbClr val="161616"/>
          </a:solidFill>
          <a:ln w="9525">
            <a:solidFill>
              <a:srgbClr val="42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3491999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Calibri"/>
              </a:rPr>
              <a:t>Núcleo orientado a eventos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3744000"/>
            <a:ext cx="10752119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En PROD, los Change Streams de MongoDB reaccionan a cada insert/update y reconstruyen 'sessions' y 'content_stats' sin polling.
En DEV, las derivadas se construyen en lote con scripts/test_pipeline.py o desde el botón 'Subir CSV' en la pestaña Admin (que también re-corre los pipelines).
_safe_watch() en api/main.py degrada con gracia si el cluster no soporta change streams: loguea el motivo y la API sigue viva sirviendo las derivadas existentes.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680000"/>
            <a:ext cx="11112119" cy="16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4680000"/>
            <a:ext cx="64800" cy="162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000" y="4788000"/>
            <a:ext cx="108601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Por qué derivar (y no recalcular en cada request)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00" y="5166000"/>
            <a:ext cx="1086012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El log crudo es inmutable: auditable y rebobinable
  ·  Las métricas viven pre-agregadas → el dashboard responde rápido
  ·  Re-ingerir un CSV actualiza la sesión vía upsert, no la duplica
  ·  Una caída del Change Stream NO degrada las páginas (lo derivado sigue)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Modelo NoSQL  -  tres colecciones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Una fuente de verdad, dos derivadas. Sin joins en runtime.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41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64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64000"/>
            <a:ext cx="32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30613"/>
                </a:solidFill>
                <a:latin typeface="Consolas"/>
              </a:rPr>
              <a:t>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304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Log crudo del CSV  ·  ~300.000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98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Un evento de reproducción por documento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92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Inmutable: nunca se modifica, solo se inserta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86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Validator $jsonSchema flexible (warn)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80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Índices de reconstrucción + filtros temporales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6000" y="1620000"/>
            <a:ext cx="3600000" cy="41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6000" y="1620000"/>
            <a:ext cx="3600000" cy="648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6000" y="1764000"/>
            <a:ext cx="32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00410"/>
                </a:solidFill>
                <a:latin typeface="Consolas"/>
              </a:rPr>
              <a:t>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000" y="2304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Sesiones de reproducción  ·  ~28.500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2898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Una sesión = todos los eventos entre un START y el siguiente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92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Métricas QoE pre-calculadas (buffer, rebuffer, completion)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4086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Hitos del funnel (firstquartile · midpoint · thirdquartile · complete)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000" y="4680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Índice ÚNICO: (subscriber_id, customer_id, start_time)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2000" y="1620000"/>
            <a:ext cx="3600000" cy="41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2000" y="1620000"/>
            <a:ext cx="3600000" cy="6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2000" y="1764000"/>
            <a:ext cx="32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nsolas"/>
              </a:rPr>
              <a:t>content_stats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2000" y="2304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Métricas por contenido  ·  ~10.800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2000" y="2898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Una pieza puntual = un customer_id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2000" y="3492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total_plays, unique_viewers, completion_rate, avg_buffer_time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2000" y="4086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Tasas del funnel (firstquartile_rate … completion_rate)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2000" y="4680000"/>
            <a:ext cx="324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·  Breakdown por dispositivo  ·  last_updated UTC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5903999"/>
            <a:ext cx="11112119" cy="432000"/>
          </a:xfrm>
          <a:prstGeom prst="rect">
            <a:avLst/>
          </a:prstGeom>
          <a:solidFill>
            <a:srgbClr val="161616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5940000"/>
            <a:ext cx="11112119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E30613"/>
                </a:solidFill>
                <a:latin typeface="Consolas"/>
              </a:rPr>
              <a:t>CSV  →  load_csv.py  →  events  ──(change stream)→  sessions  ──(change stream)→  content_stats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Colección events  -  fuente de verdad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 documento por cada evento de reproducción del 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02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02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73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db/collections/events.py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80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EVENTS_VALIDATOR =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"$jsonSchema":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"bsonType": "object",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"required": ["date", "subscriber_id",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 "customer_id", "type_event",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 "device_type"],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"date":          {"bsonType": "date"},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"subscriber_id":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"customer_id":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"type_event": 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"device_type":   {"bsonType": "string",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          "enum": ["ANDR","IOS","WEB"]},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"country_code":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"title":       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"series_title":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"content_type":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"genres":        {"bsonType": ["string","null"]},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bitrate/position superan int32 → int + long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"bitrate":       {"bsonType": ["int","long","null"]},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"position":      {"bsonType": ["int","long","null"]},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"buffer_time":   {"bsonType": ["double","int","null"]},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"duration":      {"bsonType": ["int","long","null"]},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1620000"/>
            <a:ext cx="3780000" cy="28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0" y="1620000"/>
            <a:ext cx="64800" cy="28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8000" y="1728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Decisiones de 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000" y="2106000"/>
            <a:ext cx="3528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Sin additionalProperties:False → esquema flexible
  ·  validationAction="warn": no para el batch de 300k filas
  ·  Enteros admiten int Y long (bitrate ≫ 2³¹ posible)
  ·  country_code y title aceptan null (algunos eventos no lo traen)
  ·  buffer_time como double + int + null (mix del dataset)
  ·  Re-aplicable con collMod (idempotente al re-arrancar)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0" y="4608000"/>
            <a:ext cx="3780000" cy="169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000" y="4608000"/>
            <a:ext cx="64800" cy="169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000" y="4716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Índices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8000" y="5094000"/>
            <a:ext cx="3528001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idx_events_session_rebuild (subscriber, customer, date)
  ·  idx_events_date (date desc)
  ·  idx_events_type_date (type_event, date desc)
  ·  idx_events_content_type (customer_id, type_event)
  ·  idx_events_device (device_type)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Colección sessions  -  sesiones de reproducción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Una sesión = todos los eventos entre dos START consecutivos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02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02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73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db/collections/sessions.py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80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SESSIONS_VALIDATOR =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"$jsonSchema":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"bsonType": "object",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"required": ["subscriber_id", "customer_id",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 "start_time", "device_type"],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"subscriber_id": 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"customer_id":   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"start_time":       {"bsonType": "date"},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"end_time":         {"bsonType": ["date","null"]},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"device_type":      {"bsonType": "string",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             "enum": ["ANDR","IOS","WEB"]},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"total_buffer_time":{"bsonType": 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"rebuffer_count":   {"bsonType": ["int","null"]},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"pause_count":      {"bsonType": ["int","null"]},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"max_position":     {"bsonType": ["int","null"]},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"completion_pct":   {"bsonType": 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"reached_firstquartile":  {"bsonType": "bool"},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"reached_midpoint":       {"bsonType": "bool"},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"reached_thirdquartile":  {"bsonType": "bool"},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"reached_complete":       {"bsonType": "bool"},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"dominant_bitrate_type":  {"bsonType":["string","null"]},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}}}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1620000"/>
            <a:ext cx="378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0" y="1620000"/>
            <a:ext cx="64800" cy="21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8000" y="1728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Clave de negocio (ÚNICA)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000" y="2106000"/>
            <a:ext cx="352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(subscriber_id, customer_id, start_time)
  ·  Índice unique=True respaldando la clave
  ·  Todos los escritos usan upsert con esa clave
  ·  Re-procesar un CSV ACTUALIZA, no duplica
  ·  Las sesiones tienen identidad estable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0" y="3888000"/>
            <a:ext cx="3780000" cy="24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000" y="3888000"/>
            <a:ext cx="64800" cy="241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000" y="3996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Métricas pre-calculadas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8000" y="4374000"/>
            <a:ext cx="3528001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total_buffer_time, rebuffer_count, pause_count
  ·  max_position y completion_pct (capado a 100%)
  ·  Funnel: reached_firstquartile … reached_complete
  ·  dominant_bitrate_type (HIGH/MID/LOW dominante)
  ·  event_count para perfil del usuario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Colección content_stats  -  métricas por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Un documento por customer_id; el dashboard la consulta lista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02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02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73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db/collections/content_stats.py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80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CONTENT_STATS_VALIDATOR =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"$jsonSchema":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"bsonType": "object",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"required": ["customer_id", "title", "total_plays"],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"customer_id":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"title":         {"bsonType": "string"},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"series_title":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"content_type":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"genres":        {"bsonType": ["string","null"]},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"release_year":  {"bsonType": ["int","null"]},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"duration":      {"bsonType": ["int","null"]},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Volumen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"total_plays":    {"bsonType": "int"},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"unique_viewers": {"bsonType": ["int","null"]},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Funnel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"firstquartile_rate":{"bsonType":["double","null"]},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"midpoint_rate":     {"bsonType":["double","null"]},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"thirdquartile_rate":{"bsonType":["double","null"]},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"completion_rate":   {"bsonType":["double","null"]},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QoE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"avg_buffer_time":   {"bsonType":["double","null"]},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"rebuffer_rate":     {"bsonType":["double","null"]},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Breakdown {ANDR:N, IOS:N, WEB:N}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"plays_by_device":   {"bsonType":["object","null"]},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"last_updated":      {"bsonType":["date","null"]},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}}}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1620000"/>
            <a:ext cx="378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0" y="1620000"/>
            <a:ext cx="64800" cy="21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8000" y="1728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Índices (5 en 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000" y="2106000"/>
            <a:ext cx="352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idx_content_stats_id  (customer_id, UNIQUE)
  ·  idx_content_stats_plays  (total_plays desc)
  ·  idx_content_stats_buffer (avg_buffer_time desc)
  ·  idx_content_stats_genre  (genres, total_plays desc)
  ·  idx_content_stats_series (series_title, total_plays)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0" y="3888000"/>
            <a:ext cx="3780000" cy="24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000" y="3888000"/>
            <a:ext cx="64800" cy="241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000" y="3996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Para qué la usa el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8000" y="4374000"/>
            <a:ext cx="3528001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Top contenido y rankings de Overview
  ·  Buffer por contenido y QoE (peores primero)
  ·  Completion ranking de Usuarios
  ·  Filtros por género y agrupación por serie
  ·  last_updated permite auditar la frescura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Validadores $jsonSchema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Nivel "moderate" + acción "warn": valida sin frenar la carga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400000" cy="27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70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Por qué moderate + warn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148001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moderate: aplica el validator a inserts y a updates
  ·    pero PERMITE updates que dejen el doc fuera del schema
  ·    → útil cuando se evoluciona el modelo sin migrar todo
  ·  warn: una fila rara loguea pero NO frena el batch
  ·    → al cargar 300k filas, una mala no cancela el proceso
  ·  collMod permite re-aplicar el validator sin recrear la
  ·    colección — idempotente al arrancar la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7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70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Decisiones específicas de WinSports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events SIN additionalProperties:False (esquema flexible)
  ·  Enteros aceptan int + long (bitrate/position grandes)
  ·  Tipos null explícitos en campos opcionales
  ·  device_type con enum cerrado (ANDR/IOS/WEB)
  ·  Pydantic v2 refleja la misma forma en la API
  ·  Si el cluster está vacío, setup_*_collection crea+valida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500000"/>
            <a:ext cx="11112119" cy="180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4500000"/>
            <a:ext cx="11112119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4543200"/>
            <a:ext cx="108241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db/collections/events.py · setup_events_collection()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823999"/>
            <a:ext cx="10896119" cy="140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await db.create_collection(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"events",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validator=EVENTS_VALIDATOR,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validationLevel="moderate",   # inserts + updates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validationAction="warn",      # loguea, no rechaza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1100" i="1">
                <a:solidFill>
                  <a:srgbClr val="9E9E9E"/>
                </a:solidFill>
                <a:latin typeface="Consolas"/>
              </a:rPr>
              <a:t># Idempotente: si ya existe, re-aplica el validator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await db.command("collMod", "events",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             validator=EVENTS_VALIDATOR,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             validationLevel="moderate",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             validationAction="warn")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Índices  -  16 en total entre las tres colecciones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Compuestos para reconstrucción y rankings; único para blindar la clave de sesión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20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9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db/indexes/{events,sessions,content_stats}.py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98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# events (5)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IndexModel([("subscriber_id",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("customer_id",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("date", ASCENDING)], name="idx_events_session_rebuild")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IndexModel([("date", DESCENDING)], name="idx_events_date")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IndexModel([("type_event",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("date", DESCENDING)], name="idx_events_type_date")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IndexModel([("customer_id",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("type_event", ASCENDING)], name="idx_events_content_type")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IndexModel([("device_type", ASCENDING)], name="idx_events_device")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# sessions (6)  -  el unique=True es CLAVE del modelo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IndexModel([("subscriber_id",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("customer_id",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("start_time", ASCENDING)],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name="idx_sessions_unique_key", unique=True)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IndexModel([("start_time", DESCENDING),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("total_buffer_time", DESCENDING)],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name="idx_sessions_time_buffer")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IndexModel([("customer_id", ASCENDING),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("reached_complete", ASCENDING)],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name="idx_sessions_content_complete")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# content_stats (5)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IndexModel([("customer_id", ASCENDING)],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name="idx_content_stats_id", unique=True)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IndexModel([("total_plays", DESCENDING)],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name="idx_content_stats_plays")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1692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0000" y="1692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3999" y="174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Reconstrucción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999" y="1998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(subscriber, customer, date) trae los eventos en orden cronológico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2448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0000" y="2448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3999" y="2502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Único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999" y="2754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(subscriber, customer, start_time) → upsert sin duplicar sesiones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0000" y="3204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0000" y="3204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3999" y="3258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Temporal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510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(start_time desc, buffer desc) alimenta alertas recientes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0000" y="3960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0000" y="3960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999" y="4014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QoE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999" y="4266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(type_event, date desc) filtra RE-BUFFERING / START-BUFFERING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4716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0000" y="4716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3999" y="477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Funnel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999" y="5022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(customer_id, reached_complete) cuenta sesiones completas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0000" y="5472000"/>
            <a:ext cx="3600000" cy="666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0000" y="5472000"/>
            <a:ext cx="54000" cy="66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3999" y="552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30613"/>
                </a:solidFill>
                <a:latin typeface="Calibri"/>
              </a:rPr>
              <a:t>Rankings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999" y="5778000"/>
            <a:ext cx="32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device_type, customer_id, genres para breakdowns rápidos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Ingesta CSV →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Parseo, casteo a bsonType, filtrado y batch insert idempotente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28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8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Pipeline de carga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328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pandas.read_csv(BytesIO(raw), dtype=str) — todo string primero
  ·  parse_row(): mapea Date,SubscriberID,… → date,subscriber_id,…
  ·  Casteo a bsonType: _to_date / _to_int / _to_float / _to_str
  ·  NaN de pandas → None (compatible con bsonType: null)
  ·  Filtra filas SIN campos required (REQUIRED_FIELDS)
  ·  insert_many en batches de 1.000 con ordered=False
  ·  BulkWriteError: cuenta los insertados reales con nInserted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8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88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Re-uso en CLI y en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scripts/load_csv.py (terminal)  → llama a parse_records + insert_events
  ·  POST /api/admin/upload-csv     → llama EXACTAMENTE lo mismo
  ·  ingest_csv() encadena: events → build_sessions → build_content_stats
  ·  El usuario sube un CSV desde el dashboard y todo se rehidrata solo
  ·  Después responde: rows_total, rows_skipped, inserted, sessions_built, 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08000"/>
            <a:ext cx="11112119" cy="1728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4608000"/>
            <a:ext cx="11112119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4651200"/>
            <a:ext cx="108241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db/csv_ingest.py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931999"/>
            <a:ext cx="10896119" cy="1332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def parse_row(row: dict) -&gt; dict: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return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"date":          _to_date(row.get("Date")),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"subscriber_id": _to_str(row.get("SubscriberID")),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"customer_id":   _to_str(row.get("CustomerId")),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"type_event":    _to_str(row.get("TypeEvent")),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"device_type":   _to_str(row.get("DeviceType")),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"bitrate":       _to_int(row.get("Bitrate")),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"position":      _to_int(row.get("Position")),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"buffer_time":   _to_float(row.get("BufferTime")),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"duration":      _to_int(row.get("Duration")),</a:t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# … 14 campos más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async def insert_events(db, docs):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for i in range(0, len(docs), BATCH_SIZE):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batch = docs[i:i + BATCH_SIZE]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try: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r = await db.events.insert_many(batch, ordered=False)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inserted += len(r.inserted_ids)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except Exception as e:  # BulkWriteError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inserted += e.details.get("nInserted", 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Pipeline: reconstrucción de sesiones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De un log plano a sesiones con métricas, en una sola pasada por usuario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4860000" cy="25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52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46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Algoritmo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4608001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1. distinct subscriber_id sobre events
  ·  2. Para cada subscriber: traer eventos ORDENADOS por date
  ·  3. Agrupar por (subscriber_id, customer_id)
  ·  4. Partir en sub-sesiones cada vez que aparece un START
  ·  5. Métricas por sesión: buffer, rebuffer, pause, completion
  ·  6. bulk_write con UpdateOne(..., upsert=True) por clave única
  ·  7. ordered=False: los upserts no se bloquean entre sí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176000"/>
            <a:ext cx="4860000" cy="205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176000"/>
            <a:ext cx="64800" cy="205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000" y="4284000"/>
            <a:ext cx="46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Garantías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000" y="4662000"/>
            <a:ext cx="4608001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Sin duplicados (índice único respalda)
  ·  Idempotente: re-procesar actualiza
  ·  completion_pct capado a 100%
  ·    (unidades mixtas en el dataset)
  ·  Proyección de campos en el find
  ·    → no se trae el documento entero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1620000"/>
            <a:ext cx="594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0" y="1620000"/>
            <a:ext cx="594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4000" y="1663200"/>
            <a:ext cx="565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db/pipelines/sessions.py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1943999"/>
            <a:ext cx="572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def _build_sessions(events):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groups = defaultdict(list)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for ev in events: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groups[(ev['subscriber_id'], ev['customer_id'])].append(ev)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for evs in groups.values():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evs.sort(key=lambda e: e['date'])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        # Parte en sub-sesiones en cada START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sub_sessions, current = [], []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for ev in evs: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if ev['type_event'] == 'START' and current: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sub_sessions.append(current); current = []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current.append(ev)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if current: sub_sessions.append(current)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        # Métricas por sub-sesión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for sub in sub_sessions: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total_buffer = sum(e['buffer_time'] for e in sub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               if e.get('buffer_time') is not None)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rebuffer_count = sum(1 for e in sub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if e['type_event'] == 'RE-BUFFERING')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completion_pct = round(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min(max_position / duration * 100, 100.0), 2)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type_events = {e['type_event'] for e in sub}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reached_complete = 'COMPLETE' in type_events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# Escritura idempotente por la clave de negocio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UpdateOne(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{'subscriber_id': s['subscriber_id'],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'customer_id':   s['customer_id'],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'start_time':    s['start_time']},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{'$set': s}, upsert=True)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Pipeline: content_stats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De sesiones a métricas agregadas por contenido (customer_id)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4860000" cy="30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30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46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Lo que calcula por 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4608001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total_plays = nº de sesiones del contenido
  ·  unique_viewers = subscriber_ids únicos
  ·  rate(field) = % de sesiones que alcanzan el hito
  ·    → firstquartile_rate, midpoint_rate, …, completion_rate
  ·  avg_buffer_time = promedio de total_buffer_time por sesión
  ·  rebuffer_rate = % de sesiones con rebuffer_count &gt; 0
  ·  avg_completion_pct = progreso medio (capado a 100%)
  ·  plays_by_device = {ANDR: N, IOS: N, WEB: N}
  ·  last_updated = datetime.now(timezone.utc)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752000"/>
            <a:ext cx="4860000" cy="15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752000"/>
            <a:ext cx="64800" cy="151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000" y="4860000"/>
            <a:ext cx="46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Por qué pre-agregar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000" y="5238000"/>
            <a:ext cx="4608001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El dashboard NUNCA recalcula en cada request
  ·  Un customer_id = una pieza puntual (un episodio)
  ·  upsert por customer_id mantiene el doc al día
  ·  Re-construye al ingerir nuevos CSVs (admin/upload-csv)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1620000"/>
            <a:ext cx="594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0" y="1620000"/>
            <a:ext cx="594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4000" y="1663200"/>
            <a:ext cx="565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db/pipelines/content_stats.py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1943999"/>
            <a:ext cx="572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def _build_content_stats(sessions):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groups = defaultdict(list)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for s in sessions: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groups[s['customer_id']].append(s)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for customer_id, sess_list in groups.items():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n = len(sess_list)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first = sess_list[0]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unique_viewers = len(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{s['subscriber_id'] for s in sess_list})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def rate(field):  # % que alcanza un hito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return round(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sum(1 for s in sess_list if s.get(field))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/ n * 100, 2)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 i="1">
                <a:solidFill>
                  <a:srgbClr val="9E9E9E"/>
                </a:solidFill>
                <a:latin typeface="Consolas"/>
              </a:rPr>
              <a:t>        # Buffer y rebuffer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buffers = [s['total_buffer_time'] for s in sess_list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       if s.get('total_buffer_time') is not None]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avg_buffer = round(sum(buffers) / len(buffers), 3)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rebuffer_sessions = sum(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1 for s in sess_list if s.get('rebuffer_count', 0) &gt; 0)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rebuffer_rate = round(rebuffer_sessions / n * 100, 2)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docs.append({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'customer_id':      customer_id,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'total_plays':      n,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'unique_viewers':   unique_viewers,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'completion_rate':  rate('reached_complete'),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'avg_buffer_time':  avg_buffer,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'rebuffer_rate':    rebuffer_rate,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'plays_by_device':  device_counts,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    'last_updated':     datetime.now(timezone.utc),</a:t>
            </a:r>
          </a:p>
          <a:p>
            <a:pPr algn="l"/>
            <a:r>
              <a:rPr sz="900">
                <a:solidFill>
                  <a:srgbClr val="E8E8E8"/>
                </a:solidFill>
                <a:latin typeface="Consolas"/>
              </a:rPr>
              <a:t>        })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Alertas en vivo  -  tres niveles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Detección de QoE degradada sobre la ventana de datos disponible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25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30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ROJA  ·  Buffer 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088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Sesión con total_buffer_time &gt; 15 segundos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574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En la ventana [earliest_event, latest_event]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060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Ordena por buffer descendente (peor primero)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546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Find proyectado: solo trae los campos necesarios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6000" y="1620000"/>
            <a:ext cx="3600000" cy="25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6000" y="1620000"/>
            <a:ext cx="3600000" cy="306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6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AMARILLA  ·  Rebuffer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2088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Contenido con &gt;30% de sesiones con rebuffer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0" y="2574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Mínimo 10 sesiones para descartar 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3060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Pipeline: $group por customer_id, $cond para contar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3546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$divide para la tasa, $match para filtrar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2000" y="1620000"/>
            <a:ext cx="3600000" cy="25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2000" y="1620000"/>
            <a:ext cx="3600000" cy="306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2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AZUL  ·  Pause storm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000" y="2088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Usuario con &gt;5 PAUSEs en &lt;8 minutos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000" y="2574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Find de PAUSEs ordenado por (subscriber, customer, date)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6000" y="3060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Ventana deslizante en Python por usuario+contenido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000" y="3546000"/>
            <a:ext cx="3311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·  Una alerta por (subscriber, customer) — break tras detectar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320000"/>
            <a:ext cx="11112119" cy="19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4320000"/>
            <a:ext cx="11112119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000" y="4363200"/>
            <a:ext cx="108241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db/repositories/alerts.py · get_rebuffer_rate_alerts()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" y="4643999"/>
            <a:ext cx="10896119" cy="15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# Alerta amarilla — pipeline real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pipeline = [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{"$match": {"start_time": {"$gte": start, "$lte": end}}},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{"$group":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"_id":   "$customer_id",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"title": {"$first": "$title"},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"total": {"$sum": 1},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"with_rebuffer": {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"$sum": {"$cond":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[{"$gt": ["$rebuffer_count", 0]}, 1, 0]}}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}},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{"$project": {"rate": {"$divide": ["$with_rebuffer", "$total"]},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"title": 1, "total": 1}},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{"$match": {"rate": {"$gt": 0.30}, "total": {"$gte": 10}}},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{"$sort":  {"rate": -1}},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Operadores de agregación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Todo el cálculo de las métricas vive dentro de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" cy="612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onsolas"/>
              </a:rPr>
              <a:t>$group + $sum / $avg / $max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0" y="165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Agrega del lado del servidor sin traerse documentos completos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192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overview (device-ranking, top-content) · qoe (startup_time) · users-map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0000" y="180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 USO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34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2340000"/>
            <a:ext cx="72000" cy="61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41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onsolas"/>
              </a:rPr>
              <a:t>$switch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000" y="237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Clasifica cada usuario por nº de eventos en una sola pasada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264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users/user-profiles → Vague &lt; 10 ≤ Mid &lt; 50 ≤ Heavy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0000" y="252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 USO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06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060000"/>
            <a:ext cx="72000" cy="612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13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onsolas"/>
              </a:rPr>
              <a:t>$hour / $dayOfWeek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309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Extrae componentes de fecha para series temporales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0" y="336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overview/activity-by-hour (24h) y users/activity-heatmap (24h × 7d)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00" y="324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0A0A"/>
                </a:solidFill>
                <a:latin typeface="Calibri"/>
              </a:rPr>
              <a:t>EN USO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78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3780000"/>
            <a:ext cx="72000" cy="61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85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onsolas"/>
              </a:rPr>
              <a:t>$cond + $divide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0000" y="381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Contadores condicionales y tasas calculadas in-pipeline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0000" y="408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alertas (rebuffer rate) · qoe ($round sobre promedios)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20000" y="396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 USO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50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4500000"/>
            <a:ext cx="72000" cy="6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457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$project + $match (post-group)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0000" y="453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Reforma documentos y filtra DESPUÉS de agrupar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0000" y="480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content-completion-ranking filtra por total_plays mínimo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0000" y="468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0A0A"/>
                </a:solidFill>
                <a:latin typeface="Calibri"/>
              </a:rPr>
              <a:t>EN USO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000" y="5220000"/>
            <a:ext cx="10980000" cy="61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0000" y="5220000"/>
            <a:ext cx="72000" cy="612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5292000"/>
            <a:ext cx="39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onsolas"/>
              </a:rPr>
              <a:t>$first / $addToSet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0000" y="525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Trae el primer valor por grupo o un set único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0000" y="5526000"/>
            <a:ext cx="46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E9E9E"/>
                </a:solidFill>
                <a:latin typeface="Calibri"/>
              </a:rPr>
              <a:t>top-content (content_type del primer doc) · users-map (country_code)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0000" y="5400000"/>
            <a:ext cx="1800000" cy="251999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 USO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Change Streams  -  los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Dos tareas async escuchan a MongoDB y mantienen las derivadas al día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020000" cy="4680000"/>
          </a:xfrm>
          <a:prstGeom prst="rect">
            <a:avLst/>
          </a:prstGeom>
          <a:solidFill>
            <a:srgbClr val="050505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020000" cy="251999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73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30613"/>
                </a:solidFill>
                <a:latin typeface="Consolas"/>
              </a:rPr>
              <a:t>db/collections/sessions.py · watch_events_and_sync_sessions()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80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async def watch_events_and_sync_sessions(db):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pipeline = [{"$match": {"operationType": "insert"}}]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async with db.events.watch(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pipeline, full_document="updateLookup"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) as stream: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async for change in stream: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doc = change["fullDocument"]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subscriber = doc.get("subscriber_id")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customer   = doc.get("customer_id")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Trae solo los eventos de ese usuario+contenido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events = await db.events.find(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{"subscriber_id": subscriber,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"customer_id":   customer},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{proyección…}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).sort("date", 1).to_list(length=None)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/>
            </a:r>
          </a:p>
          <a:p>
            <a:pPr algn="l"/>
            <a:r>
              <a:rPr sz="1000" i="1">
                <a:solidFill>
                  <a:srgbClr val="9E9E9E"/>
                </a:solidFill>
                <a:latin typeface="Consolas"/>
              </a:rPr>
              <a:t>            # Reconstruye sesión(es) y upsert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for s in _build_sessions(events):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await db.sessions.update_one(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_clave_unica(s),</a:t>
            </a:r>
          </a:p>
          <a:p>
            <a:pPr algn="l"/>
            <a:r>
              <a:rPr sz="1000">
                <a:solidFill>
                  <a:srgbClr val="E8E8E8"/>
                </a:solidFill>
                <a:latin typeface="Consolas"/>
              </a:rPr>
              <a:t>                    {"$set": s}, upsert=True)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1620000"/>
            <a:ext cx="3780000" cy="19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0" y="1620000"/>
            <a:ext cx="64800" cy="19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8000" y="1728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Arranque y resiliencia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000" y="2106000"/>
            <a:ext cx="352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Lanzados en el lifespan() de FastAPI
  ·  asyncio.create_task() en background
  ·  pipeline filtra operationType="insert"
  ·  full_document="updateLookup" trae el doc 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0" y="3708000"/>
            <a:ext cx="3780000" cy="12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000" y="3708000"/>
            <a:ext cx="64800" cy="126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8000" y="3816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Tarea hermana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8000" y="4194000"/>
            <a:ext cx="3528001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watch_sessions_and_sync_content_stats
  ·  opera con "insert" Y "update"
  ·    (las sesiones se actualizan, no solo insertan)
  ·  Trae todas las sesiones del customer_id y reconstruye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0" y="5076000"/>
            <a:ext cx="3780000" cy="1224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0000" y="5076000"/>
            <a:ext cx="64800" cy="12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8000" y="5184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Degradación con gracia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8000" y="5562000"/>
            <a:ext cx="3528001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_safe_watch() en api/main.py
  ·  Si el cluster no soporta change streams
  ·    (standalone, no replica set) → loguea y sigue
  ·  Las derivadas se mantienen vía scripts/test_pipeline.py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API REST  -  18 endpoints, 5 routers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FastAPI con OpenAPI auto · response_model con Pydantic v2 · Depends(get_db)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2088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306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/api/overview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03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/unique-users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30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/total-plays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7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/device-ranking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284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/activity-by-hour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311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/top-content?limit=N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338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/users-map?limit=N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6000" y="1620000"/>
            <a:ext cx="3600000" cy="2088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6000" y="1620000"/>
            <a:ext cx="3600000" cy="306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/api/qoe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203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/buffer-by-content?limit=N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230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/rebuffering-rate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0" y="257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/startup-time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284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/event-ranking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2000" y="1620000"/>
            <a:ext cx="3600000" cy="2088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2000" y="1620000"/>
            <a:ext cx="3600000" cy="306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2000" y="1684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onsolas"/>
              </a:rPr>
              <a:t>/api/users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6000" y="203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/retention-funnel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000" y="230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/activity-heatmap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6000" y="257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/content-completion-ranking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6000" y="2843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/user-profiles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3888000"/>
            <a:ext cx="3600000" cy="2088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0000" y="3888000"/>
            <a:ext cx="3600000" cy="306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3952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/api/alerts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000" y="430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  (rojo · amarillo · azul)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000" y="457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Conteo por severidad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000" y="484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Ventana de datos en period_start/end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56000" y="3888000"/>
            <a:ext cx="3600000" cy="2088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56000" y="3888000"/>
            <a:ext cx="3600000" cy="306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6000" y="39528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/api/admin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0000" y="430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/collections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0000" y="457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POST /upload-csv (multipart)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0000" y="484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GET /documents/{coll}?page=&amp;page_size=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0" y="511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PUT /documents/{coll}/{id}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0000" y="5381999"/>
            <a:ext cx="331199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onsolas"/>
              </a:rPr>
              <a:t>·  DELETE /documents/{coll}/{id}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0000" y="3960000"/>
            <a:ext cx="342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80000" y="3960000"/>
            <a:ext cx="64800" cy="216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8000" y="4068000"/>
            <a:ext cx="316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Transversales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8000" y="4446000"/>
            <a:ext cx="316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Health check en /api/health · OpenAPI en /docs
  ·  CORS abierto en dev, restringido a API_BASE_URL en prod
  ·  Lifespan: connect/disconnect + arranque de change streams
  ·  Todos los endpoints usan Depends(get_db) — no toca Mongo directo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Dashboard ·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Plays, usuarios, mapa de burbujas, ranking de dispositivos y actividad por 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1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30613"/>
                </a:solidFill>
                <a:latin typeface="Calibri"/>
              </a:rPr>
              <a:t>KPI · Total plays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41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28.584 sesiones de reproducción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6000" y="162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6000" y="1620000"/>
            <a:ext cx="3600000" cy="18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A00410"/>
                </a:solidFill>
                <a:latin typeface="Calibri"/>
              </a:rPr>
              <a:t>KPI · Usuarios únicos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241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10.812 subscribers distintos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2000" y="162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2000" y="1620000"/>
            <a:ext cx="3600000" cy="18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2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Top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2000" y="241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Ranking por total_plays con tipo de contenido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60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600000"/>
            <a:ext cx="3600000" cy="18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388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A9EFF"/>
                </a:solidFill>
                <a:latin typeface="Calibri"/>
              </a:rPr>
              <a:t>Mapa de usuarios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39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Leaflet · burbuja por usuario · centroide país + jitter md5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6000" y="360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6000" y="3600000"/>
            <a:ext cx="3600000" cy="1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000" y="388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4CAF82"/>
                </a:solidFill>
                <a:latin typeface="Calibri"/>
              </a:rPr>
              <a:t>Device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6000" y="439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IOS · ANDR · WEB · ANDRTV · APPLETV · ROKU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2000" y="3600000"/>
            <a:ext cx="3600000" cy="180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2000" y="3600000"/>
            <a:ext cx="3600000" cy="1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2000" y="388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A0A0A"/>
                </a:solidFill>
                <a:latin typeface="Calibri"/>
              </a:rPr>
              <a:t>Activity by Hour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2000" y="4392000"/>
            <a:ext cx="32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AFAFA"/>
                </a:solidFill>
                <a:latin typeface="Calibri"/>
              </a:rPr>
              <a:t>Barras de 24 horas (gaps a 0 garantizados)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5652000"/>
            <a:ext cx="11112119" cy="64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00" y="5724000"/>
            <a:ext cx="107521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AFAFA"/>
                </a:solidFill>
                <a:latin typeface="Calibri"/>
              </a:rPr>
              <a:t>Privacidad: el subscriber_id se publica SOLO con sus primeros 8 caracteres. La latitud/longitud usa el centroide del país + un jitter determinístico (md5 del id), así que un mismo usuario cae siempre en el mismo punto sin exponer ubicación real.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Dashboard · QoE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Quality of Experience: buffer, rebuffering y startup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205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052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Buffer por 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328001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Top peores contenidos por avg_buffer_time
  ·  Pipeline sobre content_stats con $avg + $round
  ·  Filtra avg_buffer_time &gt; 0 (descarta sin datos)
  ·  Devuelve title, avg_buffer_time, rebuffer_rate, total_plays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05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052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Rebuffering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Doble medida: por evento Y por sesión
  ·  Evento: # RE-BUFFERING / # total de eventos
  ·  Sesión: # sesiones con ≥1 rebuffer / # total sesiones
  ·  Real: ~10.36% eventos, ~8.84% sesiones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816000"/>
            <a:ext cx="558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3816000"/>
            <a:ext cx="64800" cy="234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00" y="3924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Startup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" y="4302000"/>
            <a:ext cx="532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Mide buffer_time de los eventos START-BUFFERING
  ·  (buffering previo al primer frame de la sesión)
  ·  Promedio, máximo, conteo y distribución por buckets
  ·  Buckets: 0-1s · 1-2s · 2-5s · 5-10s · 10s+
  ·  Visualización tipo histograma horizontal (Recharts)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3816000"/>
            <a:ext cx="540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3816000"/>
            <a:ext cx="64800" cy="234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8000" y="3924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Event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8000" y="4302000"/>
            <a:ext cx="514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Conteo global de tipos de evento sobre events
  ·  Real: PAUSE 86.534 · RESUME 77.628
  ·         RE-BUFFERING 31.089 · START 28.584
  ·  Permite ver el peso relativo de cada tipo en el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Dashboard · Usuarios y Alertas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Perfiles, funnel, heatmap, completion y alertas QoE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34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Perfiles  (sobre events, $switch)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32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Heavy:  ≥ 50 eventos   ·  ~835 usuarios
  ·  Mid:    10 ≤ x &lt; 50    ·  ~2.146 usuarios
  ·  Vague:  &lt; 10 eventos   ·  resto
  ·  Pipeline: $group por subscriber → $switch → $group
  ·  Devuelve count, total_events y avg_events por bucket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34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34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Funnel de retención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count_documents por hito sobre sessions:
  ·    total · firstquartile · midpoint · thirdquartile · complete
  ·  Reales: 28.584 · 5.617 · 4.498 · 3.667 · 2.804
  ·  Tasa de finalización agregada: ~9.8%
  ·  Visualización en funnel Recharts (escalado de barras)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104000"/>
            <a:ext cx="378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4104000"/>
            <a:ext cx="64800" cy="216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00" y="4212000"/>
            <a:ext cx="35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Heatmap 24h × 7d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" y="4590000"/>
            <a:ext cx="352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$group con {hour: $hour, weekday: $dayOfWeek}
  ·  168 celdas garantizadas (rellena con 0)
  ·  Mongo convention: 1=domingo … 7=sábado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0000" y="4104000"/>
            <a:ext cx="360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0000" y="4104000"/>
            <a:ext cx="64800" cy="216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8000" y="4212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Completion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8000" y="4590000"/>
            <a:ext cx="334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Top más completados y top más abandonados
  ·  Pipeline $group por title + $match total_plays ≥ N
  ·  Reduce ruido de contenidos con pocas vistas
  ·  Default min_plays =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000" y="4104000"/>
            <a:ext cx="3420000" cy="216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0000" y="4104000"/>
            <a:ext cx="64800" cy="216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8000" y="4212000"/>
            <a:ext cx="316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Alertas (página dedicada)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8000" y="4590000"/>
            <a:ext cx="3168001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AlertsCounter: roja / amarilla / azul
  ·  AlertsTable: cada alerta con type, description,
  ·    severity, timestamp, subscriber/customer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Dashboard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Subida de CSVs y edición/borrado de documentos en vivo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19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19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CollectionCounts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32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GET /api/admin/collections
  ·  Conteo de events / sessions / content_stats
  ·  Total agregado de las tres
  ·  Útil para verificar la carga después de un 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19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198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CsvUploader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POST /api/admin/upload-csv (multipart/form-data)
  ·  Validación: extensión .csv y body no vacío
  ·  Encadena: parse → insert → build_sessions → build_content_stats
  ·  Responde rows_total, rows_skipped, inserted, sessions_built, ...
  ·  El dashboard refleja los datos nuevos de inmediato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744000"/>
            <a:ext cx="11160000" cy="252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3744000"/>
            <a:ext cx="64800" cy="25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00" y="3852000"/>
            <a:ext cx="1090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DocumentTable (CRUD en vivo)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" y="4230000"/>
            <a:ext cx="10908001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GET /api/admin/documents/{collection}?page=&amp;page_size=
  ·  Paginación con DEFAULT_PAGE_SIZE=50, MAX_PAGE_SIZE=500
  ·  PUT /documents/{coll}/{id} aplica $set (_id es inmutable)
  ·  DELETE /documents/{coll}/{id} con ObjectId validado
  ·  _check_collection() rechaza cualquier colección fuera de ADMIN_COLLECTIONS
  ·  _stringify_id() convierte ObjectId → str para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E30613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AFAFA"/>
                </a:solidFill>
                <a:latin typeface="Calibri"/>
              </a:rPr>
              <a:t>Tests, calidad y mitigaciones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104 tests en total: 81 backend (pytest) + 23 frontend (vitest)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28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64800" cy="288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Calibri"/>
              </a:rPr>
              <a:t>Backend · pytest + mongomock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000" y="2106000"/>
            <a:ext cx="5328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tests/db/test_pipelines.py  ·  reconstrucción de sesiones
  ·  tests/db/test_load_csv.py  ·  parse_row, cast, filtrado
  ·  tests/db/test_repositories.py  ·  aggregations de overview/qoe/users
  ·  tests/api/test_routes.py  ·  contrato de las 18 rutas
  ·  tests/api/test_admin.py  ·  upload CSV + CRUD
  ·  Mongo en memoria → no toca Atlas en tests
  ·  Resultado: 81 / 81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880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64800" cy="2880000"/>
          </a:xfrm>
          <a:prstGeom prst="rect">
            <a:avLst/>
          </a:prstGeom>
          <a:solidFill>
            <a:srgbClr val="A0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0410"/>
                </a:solidFill>
                <a:latin typeface="Calibri"/>
              </a:rPr>
              <a:t>Frontend · Vitest + Testing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000" y="2106000"/>
            <a:ext cx="5148001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AFAFA"/>
                </a:solidFill>
                <a:latin typeface="Calibri"/>
              </a:rPr>
              <a:t>  ·  9 archivos de test · 23 tests
  ·  App.test.jsx — navegación entre páginas
  ·  Componentes presentacionales (KPICard, ContentRanking, …)
  ·  Mock global de fetch en beforeEach
  ·  jsdom como environment
  ·  Resultado: 23 / 23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608000"/>
            <a:ext cx="11112119" cy="1692000"/>
          </a:xfrm>
          <a:prstGeom prst="rect">
            <a:avLst/>
          </a:prstGeom>
          <a:solidFill>
            <a:srgbClr val="161616"/>
          </a:solidFill>
          <a:ln w="9525">
            <a:solidFill>
              <a:srgbClr val="2D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4608000"/>
            <a:ext cx="64800" cy="1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00" y="4716000"/>
            <a:ext cx="108601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Cosas que podrían salir mal (mitigaciones)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" y="5094000"/>
            <a:ext cx="1086012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FAFA"/>
                </a:solidFill>
                <a:latin typeface="Calibri"/>
              </a:rPr>
              <a:t>  ·  Duplicados en sessions  →  índice ÚNICO + upsert por clave de negocio
  ·  Memoria en los find  →  pipelines proyectan campos · agregaciones en servidor
  ·  Bundle del front &gt; 500 KB  →  warning conocido (recharts + leaflet)
  ·  Cluster sin change streams  →  _safe_watch() degrada y loguea
  ·  Unidades mixtas en Position/Duration  →  completion_pct capado a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1328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Calibri"/>
              </a:rPr>
              <a:t>Números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Lo que hay corriendo en Atlas en este momento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620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692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30613"/>
                </a:solidFill>
                <a:latin typeface="Calibri"/>
              </a:rPr>
              <a:t>300k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56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eventos (events)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1620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A00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0" y="1692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A00410"/>
                </a:solidFill>
                <a:latin typeface="Calibri"/>
              </a:rPr>
              <a:t>28.5k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00" y="2556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sesiones (sessions)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0" y="1692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67E22"/>
                </a:solidFill>
                <a:latin typeface="Calibri"/>
              </a:rPr>
              <a:t>10.8k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2556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contenidos (content_stats)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20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000" y="1692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A9EFF"/>
                </a:solidFill>
                <a:latin typeface="Calibri"/>
              </a:rPr>
              <a:t>10.8k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8000" y="2556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usuarios únicos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132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3204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4068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colecciones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0000" y="3132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4CA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0" y="3204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CAF82"/>
                </a:solidFill>
                <a:latin typeface="Calibri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8000" y="4068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índices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3132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000" y="3204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30613"/>
                </a:solidFill>
                <a:latin typeface="Calibri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8000" y="4068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endpoints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000" y="3132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A00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000" y="3204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A0041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8000" y="4068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routers FastAPI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4644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4716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67E22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5580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páginas del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0000" y="4644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0000" y="4716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A9E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5580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niveles de alerta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4644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4CA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000" y="4716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4CAF82"/>
                </a:solidFill>
                <a:latin typeface="Calibri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8000" y="5580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países en el mapa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0000" y="4644000"/>
            <a:ext cx="2700000" cy="1368000"/>
          </a:xfrm>
          <a:prstGeom prst="rect">
            <a:avLst/>
          </a:prstGeom>
          <a:solidFill>
            <a:srgbClr val="161616"/>
          </a:solidFill>
          <a:ln w="1905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000" y="4716000"/>
            <a:ext cx="27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30613"/>
                </a:solidFill>
                <a:latin typeface="Calibri"/>
              </a:rPr>
              <a:t>104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8000" y="5580000"/>
            <a:ext cx="2484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E9E9E"/>
                </a:solidFill>
                <a:latin typeface="Calibri"/>
              </a:rPr>
              <a:t>tests (81 back + 23 front)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9200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000" y="1080000"/>
            <a:ext cx="36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E30613"/>
                </a:solidFill>
                <a:latin typeface="Calibri"/>
              </a:rPr>
              <a:t>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080000"/>
            <a:ext cx="72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SPORTS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32400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E30613"/>
                </a:solidFill>
                <a:latin typeface="Calibri"/>
              </a:rPr>
              <a:t>"Que MongoDB haga el trabajo pesado: agregar dentro de la base, no fuera."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3960000"/>
            <a:ext cx="1008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Calibri"/>
              </a:rPr>
              <a:t>·  Un log plano de eventos se vuelve sesiones y métricas por contenido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4284000"/>
            <a:ext cx="1008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Calibri"/>
              </a:rPr>
              <a:t>·  Los pipelines de agregación reemplazan decenas de líneas de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4608000"/>
            <a:ext cx="1008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Calibri"/>
              </a:rPr>
              <a:t>·  Change Streams mantienen las derivadas sincronizadas sin polling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4932000"/>
            <a:ext cx="1008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Calibri"/>
              </a:rPr>
              <a:t>·  Arquitectura modular: API por repositorios, front solo consume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5256000"/>
            <a:ext cx="1008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Calibri"/>
              </a:rPr>
              <a:t>·  104 tests respaldan el contrato; el bundle queda en un solo paso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5598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E30613"/>
                </a:solidFill>
                <a:latin typeface="Calibri"/>
              </a:rPr>
              <a:t>Gracias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6559200"/>
            <a:ext cx="90000" cy="90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999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WinSports  ·  Analítica de streaming deportivo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